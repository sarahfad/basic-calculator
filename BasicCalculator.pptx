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1"/>
  </p:notesMasterIdLst>
  <p:handoutMasterIdLst>
    <p:handoutMasterId r:id="rId12"/>
  </p:handoutMasterIdLst>
  <p:sldIdLst>
    <p:sldId id="325" r:id="rId5"/>
    <p:sldId id="307" r:id="rId6"/>
    <p:sldId id="312" r:id="rId7"/>
    <p:sldId id="339" r:id="rId8"/>
    <p:sldId id="340" r:id="rId9"/>
    <p:sldId id="33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83455" autoAdjust="0"/>
  </p:normalViewPr>
  <p:slideViewPr>
    <p:cSldViewPr snapToGrid="0">
      <p:cViewPr>
        <p:scale>
          <a:sx n="69" d="100"/>
          <a:sy n="69" d="100"/>
        </p:scale>
        <p:origin x="2076" y="58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designed this calculator with all the core operations you expect, including a backspace and clear feature. I also designed the GUI using </a:t>
            </a:r>
            <a:r>
              <a:rPr lang="en-US" dirty="0" err="1"/>
              <a:t>Tkninter</a:t>
            </a:r>
            <a:r>
              <a:rPr lang="en-US" dirty="0"/>
              <a:t> and modified the look to include a pink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is separated into two classes. </a:t>
            </a:r>
            <a:r>
              <a:rPr lang="en-US" dirty="0" err="1"/>
              <a:t>CalculatorLogic</a:t>
            </a:r>
            <a:r>
              <a:rPr lang="en-US" dirty="0"/>
              <a:t> handles the math operations, while </a:t>
            </a:r>
            <a:r>
              <a:rPr lang="en-US" dirty="0" err="1"/>
              <a:t>CalculatorApp</a:t>
            </a:r>
            <a:r>
              <a:rPr lang="en-US" dirty="0"/>
              <a:t> builds the GUI which inherits from </a:t>
            </a:r>
            <a:r>
              <a:rPr lang="en-US" dirty="0" err="1"/>
              <a:t>Tkinter’s</a:t>
            </a:r>
            <a:r>
              <a:rPr lang="en-US" dirty="0"/>
              <a:t> base class – this means the calculator is a TK window and I extend its behavior by adding widgets and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CalculatorLogic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 the internal functionality of the calculator: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Stores and updates the math expression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 only valid characters are accepted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Evaluates the expression using Python's eval() function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Clears or deletes characters from the expression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34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CalculatorApp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Inherits from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tk.Tk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and arranges all buttons and the display entry field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Applies simple color styling for a light pink theme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 UI button actions to the logic class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the display based on user interactions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Separating the logic from the interface improves readability and maintainability.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972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2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140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22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9" r:id="rId14"/>
    <p:sldLayoutId id="2147483900" r:id="rId15"/>
    <p:sldLayoutId id="214748390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kinte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geeksforgeeks.org/python/python-gui-tkin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Calculator with GUI</a:t>
            </a:r>
            <a:br>
              <a:rPr lang="en-US" dirty="0"/>
            </a:br>
            <a:r>
              <a:rPr lang="en-US" sz="3200" dirty="0"/>
              <a:t>Sarah Fadenrecht</a:t>
            </a:r>
            <a:br>
              <a:rPr lang="en-US" sz="3200" dirty="0"/>
            </a:br>
            <a:r>
              <a:rPr lang="en-US" sz="3200" dirty="0"/>
              <a:t>CS3080 001</a:t>
            </a:r>
            <a:br>
              <a:rPr lang="en-US" sz="3200" dirty="0"/>
            </a:br>
            <a:r>
              <a:rPr lang="en-US" sz="3200" dirty="0"/>
              <a:t>Zanyar </a:t>
            </a:r>
            <a:r>
              <a:rPr lang="en-US" sz="3200" dirty="0" err="1"/>
              <a:t>Zohourianshahzadi</a:t>
            </a:r>
            <a:r>
              <a:rPr lang="en-US" sz="3200" dirty="0"/>
              <a:t>  </a:t>
            </a:r>
            <a:br>
              <a:rPr lang="en-US" sz="3200" dirty="0"/>
            </a:br>
            <a:r>
              <a:rPr lang="en-US" sz="3200" dirty="0"/>
              <a:t>December 9,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Basic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simple, functional desktop calculator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Performs: addition, subtraction, multiplication, division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Includes backspace and clear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GUI built with </a:t>
            </a:r>
            <a:r>
              <a:rPr lang="en-US" dirty="0" err="1"/>
              <a:t>Tkinter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403B-F6A5-4855-B204-4A9D1F5B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CalculatorLogic</a:t>
            </a:r>
            <a:r>
              <a:rPr lang="en-US" dirty="0"/>
              <a:t> class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Stored and updates the expression in the window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Validates characters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Handles calculation using Python’s eval()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CalculatorApp</a:t>
            </a:r>
            <a:r>
              <a:rPr lang="en-US" dirty="0"/>
              <a:t> (</a:t>
            </a:r>
            <a:r>
              <a:rPr lang="en-US" dirty="0" err="1"/>
              <a:t>Tkinter</a:t>
            </a:r>
            <a:r>
              <a:rPr lang="en-US" dirty="0"/>
              <a:t> GUI class)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Builds the display area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Creates and places buttons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Connects buttons to logic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Adds pink styling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Calculator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6A002-1BEB-AE76-169E-13071F9091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“brain” of the calculator.</a:t>
            </a:r>
          </a:p>
        </p:txBody>
      </p:sp>
      <p:pic>
        <p:nvPicPr>
          <p:cNvPr id="8" name="Picture 7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4D91DC6-99CE-32B2-F506-C611436A6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825" y="0"/>
            <a:ext cx="6927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6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81E9-4ED4-7A89-BF97-E58EB294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2EA624E-3881-C510-FCE3-31F461649F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b="26263"/>
          <a:stretch>
            <a:fillRect/>
          </a:stretch>
        </p:blipFill>
        <p:spPr>
          <a:xfrm>
            <a:off x="211976" y="196293"/>
            <a:ext cx="5180046" cy="6640899"/>
          </a:xfrm>
          <a:prstGeom prst="rect">
            <a:avLst/>
          </a:prstGeom>
        </p:spPr>
      </p:pic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5491CA6-9AF6-23F7-9585-54DBD51DB0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763705" y="1551297"/>
            <a:ext cx="4800836" cy="52858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E2AA8-A646-254F-739D-56C073A9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1CD28-FF23-C878-56D0-C46CF22201FA}"/>
              </a:ext>
            </a:extLst>
          </p:cNvPr>
          <p:cNvSpPr txBox="1"/>
          <p:nvPr/>
        </p:nvSpPr>
        <p:spPr>
          <a:xfrm>
            <a:off x="6558555" y="313569"/>
            <a:ext cx="30957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CalculatorApp</a:t>
            </a:r>
            <a:endParaRPr lang="en-US" sz="4000" dirty="0"/>
          </a:p>
          <a:p>
            <a:r>
              <a:rPr lang="en-US" sz="2000" dirty="0"/>
              <a:t>The GUI</a:t>
            </a:r>
          </a:p>
        </p:txBody>
      </p:sp>
    </p:spTree>
    <p:extLst>
      <p:ext uri="{BB962C8B-B14F-4D97-AF65-F5344CB8AC3E}">
        <p14:creationId xmlns:p14="http://schemas.microsoft.com/office/powerpoint/2010/main" val="368931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544-C200-BEF3-61CE-CCB5EE89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5A923-029A-6A16-47FE-49ED6E141D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Sources:</a:t>
            </a:r>
          </a:p>
          <a:p>
            <a:r>
              <a:rPr lang="en-US" dirty="0">
                <a:hlinkClick r:id="rId3"/>
              </a:rPr>
              <a:t>https://docs.python.org/3/library/tkinter.html</a:t>
            </a:r>
            <a:endParaRPr lang="en-US" dirty="0"/>
          </a:p>
          <a:p>
            <a:r>
              <a:rPr lang="en-US" dirty="0">
                <a:hlinkClick r:id="rId4"/>
              </a:rPr>
              <a:t>https://www.geeksforgeeks.org/python/python-gui-tkinter/</a:t>
            </a:r>
            <a:endParaRPr lang="en-US" dirty="0"/>
          </a:p>
          <a:p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E4A32E4-179C-6FC0-8A0F-65F163803A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806B-4BE0-6B7B-FE18-DF2D7567071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Key Takeaways: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Basics of GUI development with </a:t>
            </a:r>
            <a:r>
              <a:rPr lang="en-US" dirty="0" err="1"/>
              <a:t>Tkinter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bind buttons to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Practical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Styling with </a:t>
            </a:r>
            <a:r>
              <a:rPr lang="en-US" dirty="0" err="1"/>
              <a:t>Tkinter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69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{7B8D5270-66D4-4209-B54D-219CEF391FD2}TF6ea1097e-8114-4abb-8578-efc1cea4ec3c79c3debc_win32-15e8df654485</Template>
  <TotalTime>1150</TotalTime>
  <Words>336</Words>
  <Application>Microsoft Office PowerPoint</Application>
  <PresentationFormat>Widescreen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Basic Calculator with GUI Sarah Fadenrecht CS3080 001 Zanyar Zohourianshahzadi   December 9, 2025</vt:lpstr>
      <vt:lpstr>What is the Basic Calculator</vt:lpstr>
      <vt:lpstr>Program Structure</vt:lpstr>
      <vt:lpstr>Calculator Logic</vt:lpstr>
      <vt:lpstr> </vt:lpstr>
      <vt:lpstr>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Fadenrecht</dc:creator>
  <cp:lastModifiedBy>Sarah Fadenrecht</cp:lastModifiedBy>
  <cp:revision>3</cp:revision>
  <dcterms:created xsi:type="dcterms:W3CDTF">2025-12-07T23:03:48Z</dcterms:created>
  <dcterms:modified xsi:type="dcterms:W3CDTF">2025-12-09T19:42:11Z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